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9" r:id="rId1"/>
  </p:sldMasterIdLst>
  <p:notesMasterIdLst>
    <p:notesMasterId r:id="rId18"/>
  </p:notesMasterIdLst>
  <p:sldIdLst>
    <p:sldId id="256" r:id="rId2"/>
    <p:sldId id="273" r:id="rId3"/>
    <p:sldId id="274" r:id="rId4"/>
    <p:sldId id="276" r:id="rId5"/>
    <p:sldId id="278" r:id="rId6"/>
    <p:sldId id="279" r:id="rId7"/>
    <p:sldId id="280" r:id="rId8"/>
    <p:sldId id="282" r:id="rId9"/>
    <p:sldId id="283" r:id="rId10"/>
    <p:sldId id="281" r:id="rId11"/>
    <p:sldId id="284" r:id="rId12"/>
    <p:sldId id="285" r:id="rId13"/>
    <p:sldId id="286" r:id="rId14"/>
    <p:sldId id="287" r:id="rId15"/>
    <p:sldId id="288" r:id="rId16"/>
    <p:sldId id="28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F572D2-9D54-4AD9-95A8-B0093FEF507C}" v="147" dt="2024-03-03T11:25:40.1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5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6B093-F249-4441-BBE0-9B5D55600BDC}" type="datetimeFigureOut">
              <a:rPr lang="en-IN" smtClean="0"/>
              <a:t>29-03-2024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B9BDD-500D-4F37-8A2C-856FCC8A0CF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4877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29-03-2024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3310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29-03-2024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4980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29-03-2024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0703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29-03-2024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3183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29-03-2024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7310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29-03-2024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3275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29-03-2024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0711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29-03-2024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7784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29-03-2024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3378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29-03-2024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5844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29-03-2024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22873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29-03-2024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0166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29-03-2024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62632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29-03-2024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5753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29-03-2024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615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29-03-2024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7497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4B7AE-AE14-4FE7-979F-58313D580A57}" type="datetimeFigureOut">
              <a:rPr lang="en-IN" smtClean="0"/>
              <a:t>29-03-2024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1081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  <p:sldLayoutId id="2147483901" r:id="rId12"/>
    <p:sldLayoutId id="2147483902" r:id="rId13"/>
    <p:sldLayoutId id="2147483903" r:id="rId14"/>
    <p:sldLayoutId id="2147483904" r:id="rId15"/>
    <p:sldLayoutId id="21474839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9345881-614E-461A-F693-079040F75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7788" y="1525554"/>
            <a:ext cx="7604449" cy="765110"/>
          </a:xfrm>
          <a:noFill/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endParaRPr lang="en-IN" sz="3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B1130D-7D0E-6977-D27C-E3475B188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7788" y="2925147"/>
            <a:ext cx="7688424" cy="77444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Information Technology</a:t>
            </a:r>
            <a:endParaRPr lang="en-IN" sz="3600" b="1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26DAC5-22FD-95F9-A09B-D37CD1087C96}"/>
              </a:ext>
            </a:extLst>
          </p:cNvPr>
          <p:cNvSpPr txBox="1"/>
          <p:nvPr/>
        </p:nvSpPr>
        <p:spPr>
          <a:xfrm>
            <a:off x="5430417" y="4334071"/>
            <a:ext cx="2341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Chirag Jain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8530E5-67F8-E2FC-F617-74CA1E0D9E34}"/>
              </a:ext>
            </a:extLst>
          </p:cNvPr>
          <p:cNvSpPr txBox="1"/>
          <p:nvPr/>
        </p:nvSpPr>
        <p:spPr>
          <a:xfrm>
            <a:off x="830424" y="5040058"/>
            <a:ext cx="3741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By:-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Asst. Prof. Mrs Nisha Rana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63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>
      <p:transition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089D5-45C4-AAD5-7FA6-392F243E95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5127" y="214604"/>
            <a:ext cx="2976465" cy="895739"/>
          </a:xfrm>
          <a:noFill/>
        </p:spPr>
        <p:txBody>
          <a:bodyPr/>
          <a:lstStyle/>
          <a:p>
            <a:pPr algn="l"/>
            <a:r>
              <a:rPr lang="en-IN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en-IN" dirty="0">
                <a:solidFill>
                  <a:srgbClr val="7030A0"/>
                </a:solidFill>
              </a:rPr>
              <a:t>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33787-852D-CD70-10B6-0B6DEF711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399" y="1259632"/>
            <a:ext cx="6139543" cy="5598367"/>
          </a:xfrm>
          <a:noFill/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Quantum Information Technology?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 of  Quantum Information Technology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Quantum Information Technology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Quantum Information Technology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Quantum Information Technology Works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Quantum Information Technology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 in Quantum Information Technology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 of Quantum Information Technology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Information Technology Security Areas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Quantum Information Technology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Quantum Information Technology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 Quantum Information Technology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65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5000">
        <p14:reveal/>
      </p:transition>
    </mc:Choice>
    <mc:Fallback xmlns="">
      <p:transition spd="slow" advTm="5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85354-4AB6-601F-62F1-980D91FF4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9428" y="350694"/>
            <a:ext cx="4217437" cy="799912"/>
          </a:xfrm>
          <a:noFill/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EEC630-6ADF-107B-923E-D074793994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091" y="3881534"/>
            <a:ext cx="7587998" cy="2327192"/>
          </a:xfrm>
          <a:noFill/>
        </p:spPr>
        <p:txBody>
          <a:bodyPr>
            <a:normAutofit lnSpcReduction="10000"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Quantum technologies have been under development worldwide for more than 20 years, resulting in promising results and progress.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The main research subject of quantum technology is the interdisciplinary subject of quantum mechanics and Information and Communication Technology (ICT).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Quantum information technology is a multidisciplinary field that seeks to understand the processing and transmission of information using quantum mechanics principles.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267B9D-EA89-2A97-1735-0773EACD5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025" y="1387794"/>
            <a:ext cx="4124131" cy="218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10929"/>
      </p:ext>
    </p:extLst>
  </p:cSld>
  <p:clrMapOvr>
    <a:masterClrMapping/>
  </p:clrMapOvr>
  <p:transition spd="slow" advTm="50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F42EC-C11B-379C-7863-38A24BD59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3479" y="1017036"/>
            <a:ext cx="6810551" cy="1666897"/>
          </a:xfrm>
          <a:noFill/>
        </p:spPr>
        <p:txBody>
          <a:bodyPr/>
          <a:lstStyle/>
          <a:p>
            <a:pPr algn="l"/>
            <a:r>
              <a:rPr lang="en-US" sz="4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What is Quantum Information Technology?</a:t>
            </a:r>
            <a:endParaRPr lang="en-IN" sz="4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696BD-20FC-B8A0-D385-FA426AD00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224" y="3297665"/>
            <a:ext cx="7791062" cy="2957130"/>
          </a:xfrm>
          <a:noFill/>
        </p:spPr>
        <p:txBody>
          <a:bodyPr>
            <a:noAutofit/>
          </a:bodyPr>
          <a:lstStyle/>
          <a:p>
            <a:pPr marL="342900" lvl="0" indent="-342900" algn="l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Quantum information refers to both the technical definition in terms of Von Neumannentropy and the general computational term.</a:t>
            </a: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an interdisciplinary field that involve quantum mechanics, computer science, information theory, philosophy and cryptography among other fields.</a:t>
            </a: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Its study is also relevant to disciplines such as cognitive </a:t>
            </a:r>
            <a:r>
              <a:rPr lang="en-IN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science,psychology</a:t>
            </a:r>
            <a:r>
              <a:rPr lang="en-IN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neuroscience.Its main focus is in extracting information from matter at the microscopic scale</a:t>
            </a:r>
            <a:r>
              <a:rPr lang="en-IN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algn="l"/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625004"/>
      </p:ext>
    </p:extLst>
  </p:cSld>
  <p:clrMapOvr>
    <a:masterClrMapping/>
  </p:clrMapOvr>
  <p:transition spd="slow" advTm="5000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4FC7B-0604-C89B-2152-326115404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748" y="662473"/>
            <a:ext cx="5327779" cy="1474237"/>
          </a:xfrm>
          <a:solidFill>
            <a:schemeClr val="bg1"/>
          </a:solidFill>
        </p:spPr>
        <p:txBody>
          <a:bodyPr/>
          <a:lstStyle/>
          <a:p>
            <a:pPr algn="l"/>
            <a:r>
              <a:rPr lang="en-US" sz="4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History of Quantum Information Technology</a:t>
            </a:r>
            <a:endParaRPr lang="en-IN" sz="4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39153B-9CBD-DD16-01F6-286C4B732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506" y="2575249"/>
            <a:ext cx="6774024" cy="312575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	1950s - Birth of Quantum Mechanics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	1980s - Quantum Computing Concept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	1990s - Quantum Cryptography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	1994 - Shor's Algorithm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	Late 1990s - First Quantum Algorithms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	Early 2000s - Experimental Progress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	2010s - Rise of Quantum Hardware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	Current Era - Quantum Information Technology Ecosystem</a:t>
            </a:r>
          </a:p>
        </p:txBody>
      </p:sp>
    </p:spTree>
    <p:extLst>
      <p:ext uri="{BB962C8B-B14F-4D97-AF65-F5344CB8AC3E}">
        <p14:creationId xmlns:p14="http://schemas.microsoft.com/office/powerpoint/2010/main" val="3418053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5000">
        <p159:morph option="byObject"/>
      </p:transition>
    </mc:Choice>
    <mc:Fallback xmlns="">
      <p:transition spd="slow" advTm="5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53237-6D96-33C7-CC1A-6A5CBEC99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Quantum Information Technology</a:t>
            </a:r>
            <a:endParaRPr lang="en-IN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985C7-139D-BE00-959C-BFAECDFED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Qubits (Quantum Bits)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Gates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Circuits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Algorithms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Memory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Entanglement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Teleportation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Sensing and Metrology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Hardware</a:t>
            </a:r>
          </a:p>
        </p:txBody>
      </p:sp>
    </p:spTree>
    <p:extLst>
      <p:ext uri="{BB962C8B-B14F-4D97-AF65-F5344CB8AC3E}">
        <p14:creationId xmlns:p14="http://schemas.microsoft.com/office/powerpoint/2010/main" val="2307103305"/>
      </p:ext>
    </p:extLst>
  </p:cSld>
  <p:clrMapOvr>
    <a:masterClrMapping/>
  </p:clrMapOvr>
  <p:transition spd="slow" advTm="5000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574DB-90D1-0F73-100E-B9CD281DC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Architecture of Quantum Information Technology</a:t>
            </a:r>
            <a:endParaRPr lang="en-IN" sz="4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8BA3F-A44A-7A94-72B0-AF839DAAE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Processing Unit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Communication Architecture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Networking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Key Distribution (QKD) System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Memory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Error Correction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Sensing and Metrology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Software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Calibration and Error Monitoring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Interfaces</a:t>
            </a:r>
          </a:p>
        </p:txBody>
      </p:sp>
    </p:spTree>
    <p:extLst>
      <p:ext uri="{BB962C8B-B14F-4D97-AF65-F5344CB8AC3E}">
        <p14:creationId xmlns:p14="http://schemas.microsoft.com/office/powerpoint/2010/main" val="1083890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5000">
        <p159:morph option="byObject"/>
      </p:transition>
    </mc:Choice>
    <mc:Fallback xmlns="">
      <p:transition spd="slow" advTm="5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A3B12-914B-88C3-E96C-49630D558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How Quantum Information Technology Works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97564AA-162B-D89F-2162-858D21E555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2080260"/>
            <a:ext cx="6652261" cy="3764280"/>
          </a:xfrm>
        </p:spPr>
      </p:pic>
    </p:spTree>
    <p:extLst>
      <p:ext uri="{BB962C8B-B14F-4D97-AF65-F5344CB8AC3E}">
        <p14:creationId xmlns:p14="http://schemas.microsoft.com/office/powerpoint/2010/main" val="2980387163"/>
      </p:ext>
    </p:extLst>
  </p:cSld>
  <p:clrMapOvr>
    <a:masterClrMapping/>
  </p:clrMapOvr>
  <p:transition spd="slow" advTm="50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39D85-B4A9-50BC-DD82-57529CB71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kern="100" dirty="0">
                <a:solidFill>
                  <a:srgbClr val="40404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Types of Quantum Information Technology</a:t>
            </a:r>
            <a:endParaRPr lang="en-IN" dirty="0"/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B0DD7EBC-F6D9-FE32-2FD9-BFD4C4E56C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8" y="1813560"/>
            <a:ext cx="6347713" cy="4540885"/>
          </a:xfrm>
        </p:spPr>
      </p:pic>
    </p:spTree>
    <p:extLst>
      <p:ext uri="{BB962C8B-B14F-4D97-AF65-F5344CB8AC3E}">
        <p14:creationId xmlns:p14="http://schemas.microsoft.com/office/powerpoint/2010/main" val="1537753683"/>
      </p:ext>
    </p:extLst>
  </p:cSld>
  <p:clrMapOvr>
    <a:masterClrMapping/>
  </p:clrMapOvr>
  <p:transition spd="slow" advTm="5000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9C7F5-C016-AC09-7B67-286C12A52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89560"/>
            <a:ext cx="6278880" cy="1363980"/>
          </a:xfrm>
        </p:spPr>
        <p:txBody>
          <a:bodyPr/>
          <a:lstStyle/>
          <a:p>
            <a:pPr algn="l"/>
            <a:r>
              <a:rPr lang="en-IN" sz="4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Technology use in Quantum Information Technology</a:t>
            </a:r>
            <a:endParaRPr lang="en-IN" sz="4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AF167F-BD4A-725E-9935-97D32C858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075" y="1836420"/>
            <a:ext cx="5826719" cy="3372273"/>
          </a:xfrm>
        </p:spPr>
        <p:txBody>
          <a:bodyPr>
            <a:norm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Communication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Quantum Cryptography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Quantum Sensing and Imaging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Quantum Internet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Quantum Software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Quantum Algorithms </a:t>
            </a:r>
          </a:p>
        </p:txBody>
      </p:sp>
    </p:spTree>
    <p:extLst>
      <p:ext uri="{BB962C8B-B14F-4D97-AF65-F5344CB8AC3E}">
        <p14:creationId xmlns:p14="http://schemas.microsoft.com/office/powerpoint/2010/main" val="635612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5000">
        <p:cut/>
      </p:transition>
    </mc:Choice>
    <mc:Fallback xmlns="">
      <p:transition advTm="5000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C0A15-E5E7-140A-BBA3-F31583E1E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635" y="335280"/>
            <a:ext cx="6047445" cy="1277156"/>
          </a:xfrm>
        </p:spPr>
        <p:txBody>
          <a:bodyPr/>
          <a:lstStyle/>
          <a:p>
            <a:pPr algn="l"/>
            <a:r>
              <a:rPr lang="en-IN" sz="4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Functions of Quantum Information Technology</a:t>
            </a:r>
            <a:endParaRPr lang="en-IN" sz="4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8DE03F-A13D-47AA-973F-460CC4EA1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195" y="1790700"/>
            <a:ext cx="5826719" cy="2846493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Algorithms Method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Software Development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Materials and Devices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and International Initiatives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Ethics and Security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Supremacy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Education and Outreach</a:t>
            </a:r>
          </a:p>
        </p:txBody>
      </p:sp>
    </p:spTree>
    <p:extLst>
      <p:ext uri="{BB962C8B-B14F-4D97-AF65-F5344CB8AC3E}">
        <p14:creationId xmlns:p14="http://schemas.microsoft.com/office/powerpoint/2010/main" val="4024335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000">
        <p159:morph option="byObject"/>
      </p:transition>
    </mc:Choice>
    <mc:Fallback xmlns="">
      <p:transition spd="slow" advTm="5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0C155-EF8E-5109-B531-3D55E5E70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735" y="198120"/>
            <a:ext cx="5826719" cy="1452416"/>
          </a:xfrm>
        </p:spPr>
        <p:txBody>
          <a:bodyPr/>
          <a:lstStyle/>
          <a:p>
            <a:pPr algn="l"/>
            <a:r>
              <a:rPr lang="en-IN" sz="4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Quantum Information Technology Security Areas</a:t>
            </a:r>
            <a:endParaRPr lang="en-IN" sz="4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9E35A-86F1-B254-E3A2-CC8187CCA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095" y="1868593"/>
            <a:ext cx="5826719" cy="3120813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 Quantum random number generation is fundamental to cryptography.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 Quantum-secure communications, specifically quantum key distribution (QKD). 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 The most controversial application of QC is its potential for breaking public-key cryptography, specifically the RSA algorithm, which is at the heart of the nearly $4 trillion ecommerce industry. 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 Machine learning has revolutionized cybersecurity, enabling novel attacks to be detected and blocked.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39AACB-223D-8409-7665-B52ED9EBE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719" y="4023360"/>
            <a:ext cx="2476499" cy="247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09229"/>
      </p:ext>
    </p:extLst>
  </p:cSld>
  <p:clrMapOvr>
    <a:masterClrMapping/>
  </p:clrMapOvr>
  <p:transition spd="slow" advTm="50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5DF2-A813-A0F8-69E2-079475ECE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100" y="198120"/>
            <a:ext cx="5989320" cy="1275546"/>
          </a:xfrm>
        </p:spPr>
        <p:txBody>
          <a:bodyPr/>
          <a:lstStyle/>
          <a:p>
            <a:pPr algn="l"/>
            <a:r>
              <a:rPr lang="en-IN" sz="4000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Applications of Quantum Information Technology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BB0E0-F0BC-6507-4606-61CE7BA4A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1015" y="1653540"/>
            <a:ext cx="5925525" cy="4000500"/>
          </a:xfrm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	Artificial Intelligence (AI)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	Better Batteries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	Cleaner Fertilization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	Cybersecurity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	Molecular Simulation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	Electronic Materials Discovery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	Financial Modeling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	Solar Capture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	Traffic Optimization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	Weather Forecasting and Climate Change</a:t>
            </a:r>
          </a:p>
        </p:txBody>
      </p:sp>
    </p:spTree>
    <p:extLst>
      <p:ext uri="{BB962C8B-B14F-4D97-AF65-F5344CB8AC3E}">
        <p14:creationId xmlns:p14="http://schemas.microsoft.com/office/powerpoint/2010/main" val="2902175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5000">
        <p14:reveal/>
      </p:transition>
    </mc:Choice>
    <mc:Fallback xmlns="">
      <p:transition spd="slow" advTm="5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6A3CB-5237-0AF2-BE38-19909AF52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000" kern="100" dirty="0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Advantages of Quantum Information Technology</a:t>
            </a:r>
            <a:br>
              <a:rPr lang="en-IN" sz="4000" kern="100" dirty="0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35126-E2A4-8151-F361-CDD9D5F15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160590"/>
            <a:ext cx="6347714" cy="4482806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Quantum Parallelism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Improved Optimization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Simulating Quantum Systems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Exponential Speedup for Certain Problems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Machine Learning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Reduced Communication Complexity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Post-Quantum Cryptography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Standardization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Ethical and Security Implications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Resource Requirements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Educational and Workforce Development</a:t>
            </a:r>
          </a:p>
        </p:txBody>
      </p:sp>
    </p:spTree>
    <p:extLst>
      <p:ext uri="{BB962C8B-B14F-4D97-AF65-F5344CB8AC3E}">
        <p14:creationId xmlns:p14="http://schemas.microsoft.com/office/powerpoint/2010/main" val="2874923730"/>
      </p:ext>
    </p:extLst>
  </p:cSld>
  <p:clrMapOvr>
    <a:masterClrMapping/>
  </p:clrMapOvr>
  <p:transition spd="slow" advTm="5000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203F2-5CAF-E849-9D44-CA0E62B9B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kern="100" dirty="0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Disadvantages of Quantum Information Technology</a:t>
            </a:r>
            <a:br>
              <a:rPr lang="en-IN" sz="3600" kern="100" dirty="0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2B193-DC82-9088-4589-FAEF249CB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Technical Complexity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Limited Scalability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High Resource Requirements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Limited Applicability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Software Development Challenges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Environmental Impact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Security Implications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Interference and Noise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Ethical and Social Implications</a:t>
            </a:r>
          </a:p>
        </p:txBody>
      </p:sp>
    </p:spTree>
    <p:extLst>
      <p:ext uri="{BB962C8B-B14F-4D97-AF65-F5344CB8AC3E}">
        <p14:creationId xmlns:p14="http://schemas.microsoft.com/office/powerpoint/2010/main" val="2613311080"/>
      </p:ext>
    </p:extLst>
  </p:cSld>
  <p:clrMapOvr>
    <a:masterClrMapping/>
  </p:clrMapOvr>
  <p:transition spd="slow" advTm="5000">
    <p:randomBar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BA34B8-1062-F2F9-E5FF-AE04575ABE48}"/>
              </a:ext>
            </a:extLst>
          </p:cNvPr>
          <p:cNvSpPr txBox="1"/>
          <p:nvPr/>
        </p:nvSpPr>
        <p:spPr>
          <a:xfrm>
            <a:off x="1698172" y="2528597"/>
            <a:ext cx="528112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77905876"/>
      </p:ext>
    </p:extLst>
  </p:cSld>
  <p:clrMapOvr>
    <a:masterClrMapping/>
  </p:clrMapOvr>
  <p:transition spd="slow" advTm="5000">
    <p:circle/>
  </p:transition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447</TotalTime>
  <Words>657</Words>
  <Application>Microsoft Office PowerPoint</Application>
  <PresentationFormat>On-screen Show (4:3)</PresentationFormat>
  <Paragraphs>113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Courier New</vt:lpstr>
      <vt:lpstr>Symbol</vt:lpstr>
      <vt:lpstr>Times New Roman</vt:lpstr>
      <vt:lpstr>Trebuchet MS</vt:lpstr>
      <vt:lpstr>Wingdings</vt:lpstr>
      <vt:lpstr>Wingdings 3</vt:lpstr>
      <vt:lpstr>Facet</vt:lpstr>
      <vt:lpstr>PRESENTATION</vt:lpstr>
      <vt:lpstr>Content  </vt:lpstr>
      <vt:lpstr>Introduction</vt:lpstr>
      <vt:lpstr>What is Quantum Information Technology?</vt:lpstr>
      <vt:lpstr>History of Quantum Information Technology</vt:lpstr>
      <vt:lpstr>Components of Quantum Information Technology</vt:lpstr>
      <vt:lpstr>Architecture of Quantum Information Technology</vt:lpstr>
      <vt:lpstr>How Quantum Information Technology Works</vt:lpstr>
      <vt:lpstr>Types of Quantum Information Technology</vt:lpstr>
      <vt:lpstr>Technology use in Quantum Information Technology</vt:lpstr>
      <vt:lpstr>Functions of Quantum Information Technology</vt:lpstr>
      <vt:lpstr>Quantum Information Technology Security Areas</vt:lpstr>
      <vt:lpstr>Applications of Quantum Information Technology</vt:lpstr>
      <vt:lpstr>Advantages of Quantum Information Technology </vt:lpstr>
      <vt:lpstr>Disadvantages of Quantum Information Technology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Information Technology</dc:title>
  <dc:creator>chirag jain</dc:creator>
  <cp:lastModifiedBy>chirag jain</cp:lastModifiedBy>
  <cp:revision>16</cp:revision>
  <dcterms:created xsi:type="dcterms:W3CDTF">2024-03-03T10:17:23Z</dcterms:created>
  <dcterms:modified xsi:type="dcterms:W3CDTF">2024-03-29T06:39:19Z</dcterms:modified>
</cp:coreProperties>
</file>